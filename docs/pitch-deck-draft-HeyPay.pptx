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Font typeface="Arial"/>
        <a:buChar char="•"/>
        <a:defRPr sz="2400">
          <a:solidFill>
            <a:schemeClr val="tx1"/>
          </a:solidFill>
          <a:latin typeface="+mn-lt"/>
        </a:defRPr>
      </a:lvl1pPr>
      <a:lvl2pPr marL="742950" indent="-285750">
        <a:buFont typeface="Arial"/>
        <a:buChar char="–"/>
        <a:defRPr sz="2000">
          <a:solidFill>
            <a:schemeClr val="tx1"/>
          </a:solidFill>
          <a:latin typeface="+mn-lt"/>
        </a:defRPr>
      </a:lvl2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llSlideImag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8E8"/>
          </a:solidFill>
          <a:ln>
            <a:solidFill>
              <a:srgbClr val="AAAAAA"/>
            </a:solidFill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2400"/>
              <a:t>[FULL-SLIDE IMAGE — see image prompt #1]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85800" y="2300000"/>
            <a:ext cx="108204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6000" b="1"/>
              <a:t>HeyPay</a:t>
            </a:r>
          </a:p>
        </p:txBody>
      </p:sp>
      <p:sp>
        <p:nvSpPr>
          <p:cNvPr id="4" name="Subtitle"/>
          <p:cNvSpPr>
            <a:spLocks noGrp="1"/>
          </p:cNvSpPr>
          <p:nvPr/>
        </p:nvSpPr>
        <p:spPr>
          <a:xfrm>
            <a:off x="685800" y="3400000"/>
            <a:ext cx="10820400" cy="1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2800"/>
              <a:t>Pay any QRPH merchant with your crypto balance.</a:t>
            </a:r>
          </a:p>
          <a:p>
            <a:pPr>
              <a:buNone/>
            </a:pPr>
            <a:r>
              <a:rPr lang="en-US" sz="2000"/>
              <a:t>Built solo by Ronald Ajusan</a:t>
            </a:r>
          </a:p>
          <a:p>
            <a:pPr>
              <a:buNone/>
            </a:pPr>
            <a:r>
              <a:rPr lang="en-US" sz="2000"/>
              <a:t>Artisam Labs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llSlideImag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8E8"/>
          </a:solidFill>
          <a:ln>
            <a:solidFill>
              <a:srgbClr val="AAAAAA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r>
              <a:rPr lang="en-US" sz="2400"/>
              <a:t>[FULL-SLIDE IMAGE — see image prompt #2]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85800" y="400000"/>
            <a:ext cx="108204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Two worlds that don't talk</a:t>
            </a:r>
          </a:p>
        </p:txBody>
      </p:sp>
      <p:sp>
        <p:nvSpPr>
          <p:cNvPr id="4" name="Caption"/>
          <p:cNvSpPr>
            <a:spLocks noGrp="1"/>
          </p:cNvSpPr>
          <p:nvPr/>
        </p:nvSpPr>
        <p:spPr>
          <a:xfrm>
            <a:off x="685800" y="5500000"/>
            <a:ext cx="108204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2200"/>
              <a:t>Crypto holders can't spend it. Merchants won't integrate anything new.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The Solution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Pay QRPH straight from your XLM balance</a:t>
            </a:r>
          </a:p>
          <a:p>
            <a:pPr/>
            <a:r>
              <a:rPr lang="en-US" sz="2400"/>
              <a:t>One scan of the merchant's existing code</a:t>
            </a:r>
          </a:p>
          <a:p>
            <a:pPr/>
            <a:r>
              <a:rPr lang="en-US" sz="2400"/>
              <a:t>Live, locked XLM→PHP rate before you pay</a:t>
            </a:r>
          </a:p>
          <a:p>
            <a:pPr/>
            <a:r>
              <a:rPr lang="en-US" sz="2400"/>
              <a:t>Merchant gets PHP — zero new integration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Live Demo — Payer to Merchant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Prefund wallet with XLM</a:t>
            </a:r>
          </a:p>
          <a:p>
            <a:pPr/>
            <a:r>
              <a:rPr lang="en-US" sz="2400"/>
              <a:t>Scan merchant's QRPH code</a:t>
            </a:r>
          </a:p>
          <a:p>
            <a:pPr/>
            <a:r>
              <a:rPr lang="en-US" sz="2400"/>
              <a:t>Confirm amount and live rate</a:t>
            </a:r>
          </a:p>
          <a:p>
            <a:pPr/>
            <a:r>
              <a:rPr lang="en-US" sz="2400"/>
              <a:t>Watch it settle → merchant paid in PHP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How It Works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Scan &amp; decode to national EMVCo standard</a:t>
            </a:r>
          </a:p>
          <a:p>
            <a:pPr/>
            <a:r>
              <a:rPr lang="en-US" sz="2400"/>
              <a:t>Quote &amp; lock rate, reserve exact XLM</a:t>
            </a:r>
          </a:p>
          <a:p>
            <a:pPr/>
            <a:r>
              <a:rPr lang="en-US" sz="2400"/>
              <a:t>Settle in background — idempotent, resumable</a:t>
            </a:r>
          </a:p>
          <a:p>
            <a:pPr/>
            <a:r>
              <a:rPr lang="en-US" sz="2400"/>
              <a:t>Live status; auto-refund on failure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Impact &amp; Market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Payers: spend crypto without off-ramping</a:t>
            </a:r>
          </a:p>
          <a:p>
            <a:pPr/>
            <a:r>
              <a:rPr lang="en-US" sz="2400"/>
              <a:t>Merchants: crypto-funded, still plain PHP</a:t>
            </a:r>
          </a:p>
          <a:p>
            <a:pPr/>
            <a:r>
              <a:rPr lang="en-US" sz="2400"/>
              <a:t>QRPH is the national rail — already everywhere</a:t>
            </a:r>
          </a:p>
          <a:p>
            <a:pPr/>
            <a:r>
              <a:rPr lang="en-US" sz="2400"/>
              <a:t>A bridge, not yet-another-app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What's Next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Admin oversight console</a:t>
            </a:r>
          </a:p>
          <a:p>
            <a:pPr/>
            <a:r>
              <a:rPr lang="en-US" sz="2400"/>
              <a:t>Stablecoin payments (USDC / USDT)</a:t>
            </a:r>
          </a:p>
          <a:p>
            <a:pPr/>
            <a:r>
              <a:rPr lang="en-US" sz="2400"/>
              <a:t>Real KYC, 2FA &amp; fraud scoring</a:t>
            </a:r>
          </a:p>
          <a:p>
            <a:pPr/>
            <a:r>
              <a:rPr lang="en-US" sz="2400"/>
              <a:t>Native mobile apps</a:t>
            </a:r>
          </a:p>
          <a:p>
            <a:pPr/>
            <a:r>
              <a:rPr lang="en-US" sz="2400"/>
              <a:t>Production rail hardening + reconciliation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Team &amp; Thanks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Ronald Ajusan — solo developer: full-stack, design, infrastructure</a:t>
            </a:r>
          </a:p>
          <a:p>
            <a:pPr/>
            <a:r>
              <a:rPr lang="en-US" sz="2400"/>
              <a:t>Artisam Labs — artisam.xyz</a:t>
            </a:r>
          </a:p>
          <a:p>
            <a:pPr/>
            <a:r>
              <a:rPr lang="en-US" sz="2400"/>
              <a:t>One person, end to end: payer, merchant, admin, settlement worker</a:t>
            </a:r>
          </a:p>
          <a:p>
            <a:pPr/>
            <a:r>
              <a:rPr lang="en-US" sz="2400"/>
              <a:t>Contact: ronaldajusan0@gmail.com   ·   github.com/ronaldajusan0/HeyPay</a:t>
            </a:r>
          </a:p>
          <a:p>
            <a:pPr/>
            <a:r>
              <a:rPr lang="en-US" sz="2400"/>
              <a:t>Thanks: organizers, Stellar docs, PDAX API docs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